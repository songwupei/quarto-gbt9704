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136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/>
          <p:cNvPicPr>
            <a:picLocks noChangeAspect="1"/>
          </p:cNvPicPr>
          <p:nvPr userDrawn="1"/>
        </p:nvPicPr>
        <p:blipFill>
          <a:blip r:embed="rId2"/>
          <a:srcRect t="18148"/>
          <a:stretch>
            <a:fillRect/>
          </a:stretch>
        </p:blipFill>
        <p:spPr>
          <a:xfrm>
            <a:off x="-635" y="0"/>
            <a:ext cx="12192000" cy="561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18"/>
          <p:cNvSpPr/>
          <p:nvPr userDrawn="1"/>
        </p:nvSpPr>
        <p:spPr>
          <a:xfrm>
            <a:off x="-635" y="0"/>
            <a:ext cx="1219263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2060">
                  <a:alpha val="89000"/>
                </a:srgbClr>
              </a:gs>
              <a:gs pos="54000">
                <a:srgbClr val="0361B6">
                  <a:alpha val="52000"/>
                </a:srgbClr>
              </a:gs>
              <a:gs pos="100000">
                <a:srgbClr val="39A0FC">
                  <a:alpha val="6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方正小标宋简体" panose="02010601030101010101" charset="-122"/>
              <a:ea typeface="方正小标宋简体" panose="02010601030101010101" charset="-122"/>
            </a:endParaRPr>
          </a:p>
        </p:txBody>
      </p:sp>
      <p:sp>
        <p:nvSpPr>
          <p:cNvPr id="19" name="AutoShape 19"/>
          <p:cNvSpPr/>
          <p:nvPr userDrawn="1"/>
        </p:nvSpPr>
        <p:spPr>
          <a:xfrm>
            <a:off x="0" y="5435600"/>
            <a:ext cx="12192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  <p:pic>
        <p:nvPicPr>
          <p:cNvPr id="20" name="Picture 20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644900" y="5673725"/>
            <a:ext cx="4775200" cy="622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/>
          <p:cNvPicPr>
            <a:picLocks noChangeAspect="1"/>
          </p:cNvPicPr>
          <p:nvPr userDrawn="1"/>
        </p:nvPicPr>
        <p:blipFill>
          <a:blip r:embed="rId2">
            <a:alphaModFix amt="51000"/>
          </a:blip>
          <a:srcRect l="12264" t="25660" r="12264" b="64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"/>
          <p:cNvSpPr/>
          <p:nvPr userDrawn="1"/>
        </p:nvSpPr>
        <p:spPr>
          <a:xfrm>
            <a:off x="0" y="-25400"/>
            <a:ext cx="12192000" cy="3327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4"/>
          <p:cNvSpPr/>
          <p:nvPr userDrawn="1"/>
        </p:nvSpPr>
        <p:spPr>
          <a:xfrm>
            <a:off x="139700" y="25400"/>
            <a:ext cx="1181099" cy="630238"/>
          </a:xfrm>
          <a:custGeom>
            <a:avLst/>
            <a:gdLst/>
            <a:ahLst/>
            <a:cxnLst/>
            <a:rect l="l" t="t" r="r" b="b"/>
            <a:pathLst>
              <a:path w="1181099" h="630238">
                <a:moveTo>
                  <a:pt x="626160" y="0"/>
                </a:moveTo>
                <a:lnTo>
                  <a:pt x="1181099" y="0"/>
                </a:lnTo>
                <a:lnTo>
                  <a:pt x="546564" y="630238"/>
                </a:lnTo>
                <a:lnTo>
                  <a:pt x="0" y="630238"/>
                </a:lnTo>
                <a:close/>
              </a:path>
            </a:pathLst>
          </a:custGeom>
          <a:solidFill>
            <a:srgbClr val="39A0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Freeform 5"/>
          <p:cNvSpPr/>
          <p:nvPr userDrawn="1"/>
        </p:nvSpPr>
        <p:spPr>
          <a:xfrm>
            <a:off x="139700" y="25400"/>
            <a:ext cx="1181070" cy="630286"/>
          </a:xfrm>
          <a:custGeom>
            <a:avLst/>
            <a:gdLst/>
            <a:ahLst/>
            <a:cxnLst/>
            <a:rect l="l" t="t" r="r" b="b"/>
            <a:pathLst>
              <a:path w="1181070" h="630286">
                <a:moveTo>
                  <a:pt x="626144" y="0"/>
                </a:moveTo>
                <a:lnTo>
                  <a:pt x="1181070" y="0"/>
                </a:lnTo>
                <a:lnTo>
                  <a:pt x="546550" y="630286"/>
                </a:lnTo>
                <a:lnTo>
                  <a:pt x="0" y="630286"/>
                </a:lnTo>
                <a:close/>
              </a:path>
            </a:pathLst>
          </a:custGeom>
          <a:gradFill rotWithShape="1">
            <a:gsLst>
              <a:gs pos="28999">
                <a:srgbClr val="024581">
                  <a:alpha val="100000"/>
                </a:srgbClr>
              </a:gs>
              <a:gs pos="56999">
                <a:srgbClr val="024581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Freeform 6"/>
          <p:cNvSpPr/>
          <p:nvPr userDrawn="1"/>
        </p:nvSpPr>
        <p:spPr>
          <a:xfrm>
            <a:off x="0" y="-38100"/>
            <a:ext cx="2974975" cy="739775"/>
          </a:xfrm>
          <a:custGeom>
            <a:avLst/>
            <a:gdLst/>
            <a:ahLst/>
            <a:cxnLst/>
            <a:rect l="l" t="t" r="r" b="b"/>
            <a:pathLst>
              <a:path w="2974975" h="739775">
                <a:moveTo>
                  <a:pt x="0" y="0"/>
                </a:moveTo>
                <a:lnTo>
                  <a:pt x="2974975" y="0"/>
                </a:lnTo>
                <a:lnTo>
                  <a:pt x="2852475" y="121704"/>
                </a:lnTo>
                <a:lnTo>
                  <a:pt x="794817" y="121704"/>
                </a:lnTo>
                <a:lnTo>
                  <a:pt x="225863" y="739775"/>
                </a:lnTo>
                <a:lnTo>
                  <a:pt x="0" y="739775"/>
                </a:lnTo>
                <a:close/>
              </a:path>
            </a:pathLst>
          </a:cu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7"/>
          <p:cNvSpPr/>
          <p:nvPr userDrawn="1"/>
        </p:nvSpPr>
        <p:spPr>
          <a:xfrm flipV="1">
            <a:off x="0" y="-38100"/>
            <a:ext cx="393700" cy="393700"/>
          </a:xfrm>
          <a:prstGeom prst="rtTriangle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Freeform 8"/>
          <p:cNvSpPr/>
          <p:nvPr userDrawn="1"/>
        </p:nvSpPr>
        <p:spPr>
          <a:xfrm>
            <a:off x="0" y="-38100"/>
            <a:ext cx="606425" cy="252412"/>
          </a:xfrm>
          <a:custGeom>
            <a:avLst/>
            <a:gdLst/>
            <a:ahLst/>
            <a:cxnLst/>
            <a:rect l="l" t="t" r="r" b="b"/>
            <a:pathLst>
              <a:path w="606425" h="252412">
                <a:moveTo>
                  <a:pt x="0" y="0"/>
                </a:moveTo>
                <a:lnTo>
                  <a:pt x="606425" y="0"/>
                </a:lnTo>
                <a:lnTo>
                  <a:pt x="352259" y="252412"/>
                </a:lnTo>
                <a:lnTo>
                  <a:pt x="0" y="252412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9"/>
          <p:cNvSpPr/>
          <p:nvPr userDrawn="1"/>
        </p:nvSpPr>
        <p:spPr>
          <a:xfrm>
            <a:off x="2032000" y="-38100"/>
            <a:ext cx="1012825" cy="555625"/>
          </a:xfrm>
          <a:custGeom>
            <a:avLst/>
            <a:gdLst/>
            <a:ahLst/>
            <a:cxnLst/>
            <a:rect l="l" t="t" r="r" b="b"/>
            <a:pathLst>
              <a:path w="1012825" h="555625">
                <a:moveTo>
                  <a:pt x="560114" y="0"/>
                </a:moveTo>
                <a:lnTo>
                  <a:pt x="746616" y="0"/>
                </a:lnTo>
                <a:lnTo>
                  <a:pt x="826323" y="0"/>
                </a:lnTo>
                <a:lnTo>
                  <a:pt x="1012825" y="0"/>
                </a:lnTo>
                <a:lnTo>
                  <a:pt x="452712" y="555625"/>
                </a:lnTo>
                <a:lnTo>
                  <a:pt x="266209" y="555625"/>
                </a:lnTo>
                <a:lnTo>
                  <a:pt x="186502" y="555625"/>
                </a:lnTo>
                <a:lnTo>
                  <a:pt x="0" y="555625"/>
                </a:lnTo>
                <a:close/>
              </a:path>
            </a:pathLst>
          </a:custGeom>
          <a:gradFill rotWithShape="0">
            <a:gsLst>
              <a:gs pos="0">
                <a:srgbClr val="035CAC">
                  <a:alpha val="15000"/>
                </a:srgbClr>
              </a:gs>
              <a:gs pos="100000">
                <a:srgbClr val="035CA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10"/>
          <p:cNvSpPr/>
          <p:nvPr userDrawn="1"/>
        </p:nvSpPr>
        <p:spPr>
          <a:xfrm>
            <a:off x="2654300" y="-38100"/>
            <a:ext cx="671512" cy="447675"/>
          </a:xfrm>
          <a:custGeom>
            <a:avLst/>
            <a:gdLst/>
            <a:ahLst/>
            <a:cxnLst/>
            <a:rect l="l" t="t" r="r" b="b"/>
            <a:pathLst>
              <a:path w="671512" h="447675">
                <a:moveTo>
                  <a:pt x="450385" y="0"/>
                </a:moveTo>
                <a:lnTo>
                  <a:pt x="671512" y="0"/>
                </a:lnTo>
                <a:lnTo>
                  <a:pt x="221127" y="447675"/>
                </a:lnTo>
                <a:lnTo>
                  <a:pt x="0" y="447675"/>
                </a:lnTo>
                <a:close/>
              </a:path>
            </a:pathLst>
          </a:custGeom>
          <a:gradFill rotWithShape="0">
            <a:gsLst>
              <a:gs pos="0">
                <a:srgbClr val="035CAC">
                  <a:alpha val="15000"/>
                </a:srgbClr>
              </a:gs>
              <a:gs pos="100000">
                <a:srgbClr val="035CA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2" name="Connector 11"/>
          <p:cNvCxnSpPr/>
          <p:nvPr userDrawn="1"/>
        </p:nvCxnSpPr>
        <p:spPr>
          <a:xfrm>
            <a:off x="0" y="10160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3" name="AutoShape 12"/>
          <p:cNvSpPr/>
          <p:nvPr userDrawn="1"/>
        </p:nvSpPr>
        <p:spPr>
          <a:xfrm>
            <a:off x="116205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13"/>
          <p:cNvSpPr/>
          <p:nvPr userDrawn="1"/>
        </p:nvSpPr>
        <p:spPr>
          <a:xfrm>
            <a:off x="114554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14"/>
          <p:cNvSpPr/>
          <p:nvPr userDrawn="1"/>
        </p:nvSpPr>
        <p:spPr>
          <a:xfrm>
            <a:off x="117856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15"/>
          <p:cNvSpPr/>
          <p:nvPr userDrawn="1"/>
        </p:nvSpPr>
        <p:spPr>
          <a:xfrm>
            <a:off x="1104900" y="266700"/>
            <a:ext cx="108585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从形式到内核，全方位透视两种重要党内政治生活形式的差异</a:t>
            </a:r>
            <a:endParaRPr lang="en-US" sz="1100"/>
          </a:p>
        </p:txBody>
      </p:sp>
      <p:pic>
        <p:nvPicPr>
          <p:cNvPr id="47" name="Picture 16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9372600" y="406400"/>
            <a:ext cx="25908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8" name="AutoShape 17"/>
          <p:cNvSpPr/>
          <p:nvPr userDrawn="1"/>
        </p:nvSpPr>
        <p:spPr>
          <a:xfrm>
            <a:off x="0" y="-48895"/>
            <a:ext cx="12192000" cy="6919595"/>
          </a:xfrm>
          <a:prstGeom prst="roundRect">
            <a:avLst>
              <a:gd name="adj" fmla="val 0"/>
            </a:avLst>
          </a:prstGeom>
          <a:gradFill rotWithShape="0">
            <a:gsLst>
              <a:gs pos="18000">
                <a:srgbClr val="FFFFFF">
                  <a:alpha val="100000"/>
                </a:srgbClr>
              </a:gs>
              <a:gs pos="100000">
                <a:srgbClr val="BDDFFE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18"/>
          <p:cNvPicPr>
            <a:picLocks noChangeAspect="1"/>
          </p:cNvPicPr>
          <p:nvPr userDrawn="1"/>
        </p:nvPicPr>
        <p:blipFill>
          <a:blip r:embed="rId4"/>
          <a:srcRect t="36523" b="10351"/>
          <a:stretch>
            <a:fillRect/>
          </a:stretch>
        </p:blipFill>
        <p:spPr>
          <a:xfrm>
            <a:off x="6350" y="1701800"/>
            <a:ext cx="12192000" cy="3454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0" name="AutoShape 19"/>
          <p:cNvSpPr/>
          <p:nvPr userDrawn="1"/>
        </p:nvSpPr>
        <p:spPr>
          <a:xfrm>
            <a:off x="6350" y="1701800"/>
            <a:ext cx="12192000" cy="3467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2060">
                  <a:alpha val="89000"/>
                </a:srgbClr>
              </a:gs>
              <a:gs pos="54000">
                <a:srgbClr val="0361B6">
                  <a:alpha val="52000"/>
                </a:srgbClr>
              </a:gs>
              <a:gs pos="100000">
                <a:srgbClr val="39A0FC">
                  <a:alpha val="6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Freeform 20"/>
          <p:cNvSpPr/>
          <p:nvPr userDrawn="1"/>
        </p:nvSpPr>
        <p:spPr>
          <a:xfrm rot="10800000" flipV="1">
            <a:off x="6350" y="1041400"/>
            <a:ext cx="2994025" cy="576262"/>
          </a:xfrm>
          <a:custGeom>
            <a:avLst/>
            <a:gdLst/>
            <a:ahLst/>
            <a:cxnLst/>
            <a:rect l="l" t="t" r="r" b="b"/>
            <a:pathLst>
              <a:path w="2994025" h="576262">
                <a:moveTo>
                  <a:pt x="2994025" y="0"/>
                </a:moveTo>
                <a:lnTo>
                  <a:pt x="525145" y="0"/>
                </a:lnTo>
                <a:lnTo>
                  <a:pt x="0" y="576263"/>
                </a:lnTo>
                <a:lnTo>
                  <a:pt x="2994025" y="576263"/>
                </a:lnTo>
                <a:close/>
              </a:path>
            </a:pathLst>
          </a:custGeom>
          <a:gradFill rotWithShape="1">
            <a:gsLst>
              <a:gs pos="18000">
                <a:srgbClr val="035CAC">
                  <a:alpha val="100000"/>
                </a:srgbClr>
              </a:gs>
              <a:gs pos="100000">
                <a:srgbClr val="39A0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Freeform 21"/>
          <p:cNvSpPr/>
          <p:nvPr userDrawn="1"/>
        </p:nvSpPr>
        <p:spPr>
          <a:xfrm flipV="1">
            <a:off x="8686800" y="5245100"/>
            <a:ext cx="3498850" cy="576262"/>
          </a:xfrm>
          <a:custGeom>
            <a:avLst/>
            <a:gdLst/>
            <a:ahLst/>
            <a:cxnLst/>
            <a:rect l="l" t="t" r="r" b="b"/>
            <a:pathLst>
              <a:path w="3498850" h="576262">
                <a:moveTo>
                  <a:pt x="0" y="576262"/>
                </a:moveTo>
                <a:lnTo>
                  <a:pt x="3498850" y="576262"/>
                </a:lnTo>
                <a:lnTo>
                  <a:pt x="3498850" y="0"/>
                </a:lnTo>
                <a:lnTo>
                  <a:pt x="525240" y="0"/>
                </a:lnTo>
                <a:close/>
              </a:path>
            </a:pathLst>
          </a:custGeom>
          <a:gradFill rotWithShape="1">
            <a:gsLst>
              <a:gs pos="18000">
                <a:srgbClr val="035CAC">
                  <a:alpha val="100000"/>
                </a:srgbClr>
              </a:gs>
              <a:gs pos="100000">
                <a:srgbClr val="39A0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22"/>
          <p:cNvSpPr/>
          <p:nvPr userDrawn="1"/>
        </p:nvSpPr>
        <p:spPr>
          <a:xfrm flipV="1">
            <a:off x="6350" y="5245100"/>
            <a:ext cx="9113838" cy="576262"/>
          </a:xfrm>
          <a:custGeom>
            <a:avLst/>
            <a:gdLst/>
            <a:ahLst/>
            <a:cxnLst/>
            <a:rect l="l" t="t" r="r" b="b"/>
            <a:pathLst>
              <a:path w="9113838" h="576262">
                <a:moveTo>
                  <a:pt x="0" y="576262"/>
                </a:moveTo>
                <a:lnTo>
                  <a:pt x="688999" y="576262"/>
                </a:lnTo>
                <a:lnTo>
                  <a:pt x="2273379" y="576262"/>
                </a:lnTo>
                <a:lnTo>
                  <a:pt x="2468331" y="576262"/>
                </a:lnTo>
                <a:lnTo>
                  <a:pt x="3425309" y="576262"/>
                </a:lnTo>
                <a:lnTo>
                  <a:pt x="4340376" y="576262"/>
                </a:lnTo>
                <a:lnTo>
                  <a:pt x="4937298" y="576262"/>
                </a:lnTo>
                <a:lnTo>
                  <a:pt x="5924757" y="576262"/>
                </a:lnTo>
                <a:lnTo>
                  <a:pt x="7076686" y="576262"/>
                </a:lnTo>
                <a:lnTo>
                  <a:pt x="8588675" y="576262"/>
                </a:lnTo>
                <a:lnTo>
                  <a:pt x="9113838" y="0"/>
                </a:lnTo>
                <a:lnTo>
                  <a:pt x="8976674" y="0"/>
                </a:lnTo>
                <a:lnTo>
                  <a:pt x="8516917" y="504468"/>
                </a:lnTo>
                <a:lnTo>
                  <a:pt x="7004929" y="504468"/>
                </a:lnTo>
                <a:lnTo>
                  <a:pt x="5852999" y="504468"/>
                </a:lnTo>
                <a:lnTo>
                  <a:pt x="4865540" y="504468"/>
                </a:lnTo>
                <a:lnTo>
                  <a:pt x="4268619" y="504468"/>
                </a:lnTo>
                <a:lnTo>
                  <a:pt x="3353552" y="504468"/>
                </a:lnTo>
                <a:lnTo>
                  <a:pt x="2396574" y="504468"/>
                </a:lnTo>
                <a:lnTo>
                  <a:pt x="2201621" y="504468"/>
                </a:lnTo>
                <a:lnTo>
                  <a:pt x="617242" y="504468"/>
                </a:lnTo>
                <a:lnTo>
                  <a:pt x="0" y="504468"/>
                </a:lnTo>
                <a:close/>
              </a:path>
            </a:pathLst>
          </a:custGeom>
          <a:gradFill rotWithShape="1">
            <a:gsLst>
              <a:gs pos="18000">
                <a:srgbClr val="035CAC">
                  <a:alpha val="100000"/>
                </a:srgbClr>
              </a:gs>
              <a:gs pos="100000">
                <a:srgbClr val="39A0FC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Freeform 23"/>
          <p:cNvSpPr/>
          <p:nvPr userDrawn="1"/>
        </p:nvSpPr>
        <p:spPr>
          <a:xfrm rot="10800000" flipV="1">
            <a:off x="2565400" y="1041400"/>
            <a:ext cx="9617075" cy="576262"/>
          </a:xfrm>
          <a:custGeom>
            <a:avLst/>
            <a:gdLst/>
            <a:ahLst/>
            <a:cxnLst/>
            <a:rect l="l" t="t" r="r" b="b"/>
            <a:pathLst>
              <a:path w="9617075" h="576262">
                <a:moveTo>
                  <a:pt x="9617075" y="0"/>
                </a:moveTo>
                <a:lnTo>
                  <a:pt x="9479924" y="0"/>
                </a:lnTo>
                <a:lnTo>
                  <a:pt x="9020216" y="504468"/>
                </a:lnTo>
                <a:lnTo>
                  <a:pt x="7508380" y="504468"/>
                </a:lnTo>
                <a:lnTo>
                  <a:pt x="6356567" y="504468"/>
                </a:lnTo>
                <a:lnTo>
                  <a:pt x="6305768" y="504468"/>
                </a:lnTo>
                <a:lnTo>
                  <a:pt x="5780658" y="504468"/>
                </a:lnTo>
                <a:lnTo>
                  <a:pt x="5369207" y="504468"/>
                </a:lnTo>
                <a:lnTo>
                  <a:pt x="4772346" y="504468"/>
                </a:lnTo>
                <a:lnTo>
                  <a:pt x="4628844" y="504468"/>
                </a:lnTo>
                <a:lnTo>
                  <a:pt x="3857374" y="504468"/>
                </a:lnTo>
                <a:lnTo>
                  <a:pt x="3641485" y="504468"/>
                </a:lnTo>
                <a:lnTo>
                  <a:pt x="3044624" y="504468"/>
                </a:lnTo>
                <a:lnTo>
                  <a:pt x="2900492" y="504468"/>
                </a:lnTo>
                <a:lnTo>
                  <a:pt x="2705560" y="504468"/>
                </a:lnTo>
                <a:lnTo>
                  <a:pt x="2129649" y="504468"/>
                </a:lnTo>
                <a:lnTo>
                  <a:pt x="1236903" y="504468"/>
                </a:lnTo>
                <a:lnTo>
                  <a:pt x="1172768" y="504468"/>
                </a:lnTo>
                <a:lnTo>
                  <a:pt x="977835" y="504468"/>
                </a:lnTo>
                <a:lnTo>
                  <a:pt x="0" y="504468"/>
                </a:lnTo>
                <a:lnTo>
                  <a:pt x="0" y="576263"/>
                </a:lnTo>
                <a:lnTo>
                  <a:pt x="1049585" y="576263"/>
                </a:lnTo>
                <a:lnTo>
                  <a:pt x="1171501" y="576263"/>
                </a:lnTo>
                <a:lnTo>
                  <a:pt x="1193090" y="576263"/>
                </a:lnTo>
                <a:lnTo>
                  <a:pt x="1244517" y="576263"/>
                </a:lnTo>
                <a:lnTo>
                  <a:pt x="2201400" y="576263"/>
                </a:lnTo>
                <a:lnTo>
                  <a:pt x="2777310" y="576263"/>
                </a:lnTo>
                <a:lnTo>
                  <a:pt x="2972242" y="576263"/>
                </a:lnTo>
                <a:lnTo>
                  <a:pt x="3116374" y="576263"/>
                </a:lnTo>
                <a:lnTo>
                  <a:pt x="3713235" y="576263"/>
                </a:lnTo>
                <a:lnTo>
                  <a:pt x="3929123" y="576263"/>
                </a:lnTo>
                <a:lnTo>
                  <a:pt x="4700595" y="576263"/>
                </a:lnTo>
                <a:lnTo>
                  <a:pt x="4844097" y="576263"/>
                </a:lnTo>
                <a:lnTo>
                  <a:pt x="5440958" y="576263"/>
                </a:lnTo>
                <a:lnTo>
                  <a:pt x="5852409" y="576263"/>
                </a:lnTo>
                <a:lnTo>
                  <a:pt x="6305768" y="576263"/>
                </a:lnTo>
                <a:lnTo>
                  <a:pt x="6428317" y="576263"/>
                </a:lnTo>
                <a:lnTo>
                  <a:pt x="7580131" y="576263"/>
                </a:lnTo>
                <a:lnTo>
                  <a:pt x="9091964" y="576263"/>
                </a:lnTo>
                <a:close/>
              </a:path>
            </a:pathLst>
          </a:custGeom>
          <a:gradFill rotWithShape="1">
            <a:gsLst>
              <a:gs pos="18000">
                <a:srgbClr val="035CAC">
                  <a:alpha val="100000"/>
                </a:srgbClr>
              </a:gs>
              <a:gs pos="100000">
                <a:srgbClr val="39A0FC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5" name="Picture 27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8255000" y="330200"/>
            <a:ext cx="34544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1807" y="3751117"/>
            <a:ext cx="7321169" cy="81135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1807" y="4610028"/>
            <a:ext cx="7321169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70"/>
            <a:ext cx="8515350" cy="871855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ct val="90000"/>
              </a:lnSpc>
              <a:defRPr sz="33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11247120" cy="41148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88720"/>
            <a:ext cx="11247120" cy="9144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marR="0" lvl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3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表格占位符 5"/>
          <p:cNvSpPr>
            <a:spLocks noGrp="1"/>
          </p:cNvSpPr>
          <p:nvPr>
            <p:ph type="tbl" idx="13"/>
          </p:nvPr>
        </p:nvSpPr>
        <p:spPr>
          <a:xfrm>
            <a:off x="1666240" y="3108960"/>
            <a:ext cx="8348980" cy="30175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/>
          </p:nvPr>
        </p:nvSpPr>
        <p:spPr>
          <a:xfrm>
            <a:off x="838504" y="1828800"/>
            <a:ext cx="10515600" cy="1097280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838156" y="365125"/>
            <a:ext cx="105150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156" y="1825625"/>
            <a:ext cx="10515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2"/>
          </p:nvPr>
        </p:nvSpPr>
        <p:spPr>
          <a:xfrm>
            <a:off x="838156" y="6356350"/>
            <a:ext cx="274305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8610152" y="6356350"/>
            <a:ext cx="274305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13">
            <a:alphaModFix amt="51000"/>
          </a:blip>
          <a:srcRect l="12264" t="25660" r="12264" b="64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3"/>
          <p:cNvSpPr/>
          <p:nvPr userDrawn="1"/>
        </p:nvSpPr>
        <p:spPr>
          <a:xfrm>
            <a:off x="0" y="-25400"/>
            <a:ext cx="12192000" cy="3327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4"/>
          <p:cNvSpPr/>
          <p:nvPr userDrawn="1"/>
        </p:nvSpPr>
        <p:spPr>
          <a:xfrm>
            <a:off x="139700" y="25400"/>
            <a:ext cx="1181099" cy="630238"/>
          </a:xfrm>
          <a:custGeom>
            <a:avLst/>
            <a:gdLst/>
            <a:ahLst/>
            <a:cxnLst/>
            <a:rect l="l" t="t" r="r" b="b"/>
            <a:pathLst>
              <a:path w="1181099" h="630238">
                <a:moveTo>
                  <a:pt x="626160" y="0"/>
                </a:moveTo>
                <a:lnTo>
                  <a:pt x="1181099" y="0"/>
                </a:lnTo>
                <a:lnTo>
                  <a:pt x="546564" y="630238"/>
                </a:lnTo>
                <a:lnTo>
                  <a:pt x="0" y="630238"/>
                </a:lnTo>
                <a:close/>
              </a:path>
            </a:pathLst>
          </a:custGeom>
          <a:solidFill>
            <a:srgbClr val="39A0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5"/>
          <p:cNvSpPr/>
          <p:nvPr userDrawn="1"/>
        </p:nvSpPr>
        <p:spPr>
          <a:xfrm>
            <a:off x="139700" y="25400"/>
            <a:ext cx="1181070" cy="630286"/>
          </a:xfrm>
          <a:custGeom>
            <a:avLst/>
            <a:gdLst/>
            <a:ahLst/>
            <a:cxnLst/>
            <a:rect l="l" t="t" r="r" b="b"/>
            <a:pathLst>
              <a:path w="1181070" h="630286">
                <a:moveTo>
                  <a:pt x="626144" y="0"/>
                </a:moveTo>
                <a:lnTo>
                  <a:pt x="1181070" y="0"/>
                </a:lnTo>
                <a:lnTo>
                  <a:pt x="546550" y="630286"/>
                </a:lnTo>
                <a:lnTo>
                  <a:pt x="0" y="630286"/>
                </a:lnTo>
                <a:close/>
              </a:path>
            </a:pathLst>
          </a:custGeom>
          <a:gradFill rotWithShape="1">
            <a:gsLst>
              <a:gs pos="28999">
                <a:srgbClr val="024581">
                  <a:alpha val="100000"/>
                </a:srgbClr>
              </a:gs>
              <a:gs pos="56999">
                <a:srgbClr val="024581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Freeform 6"/>
          <p:cNvSpPr/>
          <p:nvPr userDrawn="1"/>
        </p:nvSpPr>
        <p:spPr>
          <a:xfrm>
            <a:off x="0" y="-38100"/>
            <a:ext cx="2974975" cy="739775"/>
          </a:xfrm>
          <a:custGeom>
            <a:avLst/>
            <a:gdLst/>
            <a:ahLst/>
            <a:cxnLst/>
            <a:rect l="l" t="t" r="r" b="b"/>
            <a:pathLst>
              <a:path w="2974975" h="739775">
                <a:moveTo>
                  <a:pt x="0" y="0"/>
                </a:moveTo>
                <a:lnTo>
                  <a:pt x="2974975" y="0"/>
                </a:lnTo>
                <a:lnTo>
                  <a:pt x="2852475" y="121704"/>
                </a:lnTo>
                <a:lnTo>
                  <a:pt x="794817" y="121704"/>
                </a:lnTo>
                <a:lnTo>
                  <a:pt x="225863" y="739775"/>
                </a:lnTo>
                <a:lnTo>
                  <a:pt x="0" y="739775"/>
                </a:lnTo>
                <a:close/>
              </a:path>
            </a:pathLst>
          </a:cu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7"/>
          <p:cNvSpPr/>
          <p:nvPr userDrawn="1"/>
        </p:nvSpPr>
        <p:spPr>
          <a:xfrm flipV="1">
            <a:off x="0" y="-38100"/>
            <a:ext cx="393700" cy="393700"/>
          </a:xfrm>
          <a:prstGeom prst="rtTriangle">
            <a:avLst/>
          </a:pr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Freeform 8"/>
          <p:cNvSpPr/>
          <p:nvPr userDrawn="1"/>
        </p:nvSpPr>
        <p:spPr>
          <a:xfrm>
            <a:off x="0" y="-38100"/>
            <a:ext cx="606425" cy="252412"/>
          </a:xfrm>
          <a:custGeom>
            <a:avLst/>
            <a:gdLst/>
            <a:ahLst/>
            <a:cxnLst/>
            <a:rect l="l" t="t" r="r" b="b"/>
            <a:pathLst>
              <a:path w="606425" h="252412">
                <a:moveTo>
                  <a:pt x="0" y="0"/>
                </a:moveTo>
                <a:lnTo>
                  <a:pt x="606425" y="0"/>
                </a:lnTo>
                <a:lnTo>
                  <a:pt x="352259" y="252412"/>
                </a:lnTo>
                <a:lnTo>
                  <a:pt x="0" y="252412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Freeform 9"/>
          <p:cNvSpPr/>
          <p:nvPr userDrawn="1"/>
        </p:nvSpPr>
        <p:spPr>
          <a:xfrm>
            <a:off x="2032000" y="-38100"/>
            <a:ext cx="1012825" cy="555625"/>
          </a:xfrm>
          <a:custGeom>
            <a:avLst/>
            <a:gdLst/>
            <a:ahLst/>
            <a:cxnLst/>
            <a:rect l="l" t="t" r="r" b="b"/>
            <a:pathLst>
              <a:path w="1012825" h="555625">
                <a:moveTo>
                  <a:pt x="560114" y="0"/>
                </a:moveTo>
                <a:lnTo>
                  <a:pt x="746616" y="0"/>
                </a:lnTo>
                <a:lnTo>
                  <a:pt x="826323" y="0"/>
                </a:lnTo>
                <a:lnTo>
                  <a:pt x="1012825" y="0"/>
                </a:lnTo>
                <a:lnTo>
                  <a:pt x="452712" y="555625"/>
                </a:lnTo>
                <a:lnTo>
                  <a:pt x="266209" y="555625"/>
                </a:lnTo>
                <a:lnTo>
                  <a:pt x="186502" y="555625"/>
                </a:lnTo>
                <a:lnTo>
                  <a:pt x="0" y="555625"/>
                </a:lnTo>
                <a:close/>
              </a:path>
            </a:pathLst>
          </a:custGeom>
          <a:gradFill rotWithShape="0">
            <a:gsLst>
              <a:gs pos="0">
                <a:srgbClr val="035CAC">
                  <a:alpha val="15000"/>
                </a:srgbClr>
              </a:gs>
              <a:gs pos="100000">
                <a:srgbClr val="035CA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Freeform 10"/>
          <p:cNvSpPr/>
          <p:nvPr userDrawn="1"/>
        </p:nvSpPr>
        <p:spPr>
          <a:xfrm>
            <a:off x="2654300" y="-38100"/>
            <a:ext cx="671512" cy="447675"/>
          </a:xfrm>
          <a:custGeom>
            <a:avLst/>
            <a:gdLst/>
            <a:ahLst/>
            <a:cxnLst/>
            <a:rect l="l" t="t" r="r" b="b"/>
            <a:pathLst>
              <a:path w="671512" h="447675">
                <a:moveTo>
                  <a:pt x="450385" y="0"/>
                </a:moveTo>
                <a:lnTo>
                  <a:pt x="671512" y="0"/>
                </a:lnTo>
                <a:lnTo>
                  <a:pt x="221127" y="447675"/>
                </a:lnTo>
                <a:lnTo>
                  <a:pt x="0" y="447675"/>
                </a:lnTo>
                <a:close/>
              </a:path>
            </a:pathLst>
          </a:custGeom>
          <a:gradFill rotWithShape="0">
            <a:gsLst>
              <a:gs pos="0">
                <a:srgbClr val="035CAC">
                  <a:alpha val="15000"/>
                </a:srgbClr>
              </a:gs>
              <a:gs pos="100000">
                <a:srgbClr val="035CA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1" name="Connector 11"/>
          <p:cNvCxnSpPr/>
          <p:nvPr userDrawn="1"/>
        </p:nvCxnSpPr>
        <p:spPr>
          <a:xfrm>
            <a:off x="0" y="10160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2" name="AutoShape 12"/>
          <p:cNvSpPr/>
          <p:nvPr userDrawn="1"/>
        </p:nvSpPr>
        <p:spPr>
          <a:xfrm>
            <a:off x="116205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3"/>
          <p:cNvSpPr/>
          <p:nvPr userDrawn="1"/>
        </p:nvSpPr>
        <p:spPr>
          <a:xfrm>
            <a:off x="114554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4"/>
          <p:cNvSpPr/>
          <p:nvPr userDrawn="1"/>
        </p:nvSpPr>
        <p:spPr>
          <a:xfrm>
            <a:off x="117856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16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>
          <a:xfrm>
            <a:off x="9372600" y="406400"/>
            <a:ext cx="25908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hansh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hanshi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WPS 演示</Application>
  <PresentationFormat>On-screen Show (16:9)</PresentationFormat>
  <Paragraphs>17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Arial</vt:lpstr>
      <vt:lpstr>方正小标宋简体</vt:lpstr>
      <vt:lpstr>Noto Sans SC</vt:lpstr>
      <vt:lpstr>Calibri</vt:lpstr>
      <vt:lpstr>微软雅黑</vt:lpstr>
      <vt:lpstr>Arial Unicode MS</vt:lpstr>
      <vt:lpstr>Office Theme</vt:lpstr>
      <vt:lpstr>Presentation Title</vt:lpstr>
      <vt:lpstr>Slide Title</vt:lpstr>
      <vt:lpstr>Section header</vt:lpstr>
      <vt:lpstr>Slide Title for Two-Content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XY</cp:lastModifiedBy>
  <cp:revision>13</cp:revision>
  <dcterms:created xsi:type="dcterms:W3CDTF">2026-08-07T07:59:08Z</dcterms:created>
  <dcterms:modified xsi:type="dcterms:W3CDTF">2026-08-07T07:59:08Z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8B30885488DCFB10EF50746A63E79534_42</vt:lpwstr>
  </property>
  <property fmtid="{D5CDD505-2E9C-101B-9397-08002B2CF9AE}" pid="3" name="KSOProductBuildVer">
    <vt:lpwstr>2052-12.1.2.25882</vt:lpwstr>
  </property>
</Properties>
</file>