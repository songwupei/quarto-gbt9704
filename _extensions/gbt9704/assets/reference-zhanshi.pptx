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136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7"/>
          <p:cNvPicPr>
            <a:picLocks noChangeAspect="1"/>
          </p:cNvPicPr>
          <p:nvPr userDrawn="1"/>
        </p:nvPicPr>
        <p:blipFill>
          <a:blip r:embed="rId2"/>
          <a:srcRect t="18148"/>
          <a:stretch>
            <a:fillRect/>
          </a:stretch>
        </p:blipFill>
        <p:spPr>
          <a:xfrm>
            <a:off x="-635" y="0"/>
            <a:ext cx="12192000" cy="561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18"/>
          <p:cNvSpPr/>
          <p:nvPr userDrawn="1"/>
        </p:nvSpPr>
        <p:spPr>
          <a:xfrm>
            <a:off x="-635" y="0"/>
            <a:ext cx="1219263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2060">
                  <a:alpha val="89000"/>
                </a:srgbClr>
              </a:gs>
              <a:gs pos="54000">
                <a:srgbClr val="0361B6">
                  <a:alpha val="52000"/>
                </a:srgbClr>
              </a:gs>
              <a:gs pos="100000">
                <a:srgbClr val="39A0FC">
                  <a:alpha val="6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方正小标宋简体" panose="02010601030101010101" charset="-122"/>
              <a:ea typeface="方正小标宋简体" panose="02010601030101010101" charset="-122"/>
            </a:endParaRPr>
          </a:p>
        </p:txBody>
      </p:sp>
      <p:sp>
        <p:nvSpPr>
          <p:cNvPr id="19" name="AutoShape 19"/>
          <p:cNvSpPr/>
          <p:nvPr userDrawn="1"/>
        </p:nvSpPr>
        <p:spPr>
          <a:xfrm>
            <a:off x="0" y="5435600"/>
            <a:ext cx="121920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方正小标宋简体" panose="02010601030101010101" charset="-122"/>
                <a:ea typeface="方正小标宋简体" panose="02010601030101010101" charset="-122"/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  <p:pic>
        <p:nvPicPr>
          <p:cNvPr id="20" name="Picture 20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644900" y="5673725"/>
            <a:ext cx="4775200" cy="622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/>
          <p:cNvPicPr>
            <a:picLocks noChangeAspect="1"/>
          </p:cNvPicPr>
          <p:nvPr userDrawn="1"/>
        </p:nvPicPr>
        <p:blipFill>
          <a:blip r:embed="rId12">
            <a:alphaModFix amt="51000"/>
          </a:blip>
          <a:srcRect l="12264" t="25660" r="12264" b="64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9" name="AutoShape 3"/>
          <p:cNvSpPr/>
          <p:nvPr userDrawn="1"/>
        </p:nvSpPr>
        <p:spPr>
          <a:xfrm>
            <a:off x="-107315" y="3810"/>
            <a:ext cx="12192000" cy="3327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5"/>
          <p:cNvSpPr/>
          <p:nvPr userDrawn="1"/>
        </p:nvSpPr>
        <p:spPr>
          <a:xfrm>
            <a:off x="139700" y="25400"/>
            <a:ext cx="1181070" cy="630286"/>
          </a:xfrm>
          <a:custGeom>
            <a:avLst/>
            <a:gdLst/>
            <a:ahLst/>
            <a:cxnLst/>
            <a:rect l="l" t="t" r="r" b="b"/>
            <a:pathLst>
              <a:path w="1181070" h="630286">
                <a:moveTo>
                  <a:pt x="626144" y="0"/>
                </a:moveTo>
                <a:lnTo>
                  <a:pt x="1181070" y="0"/>
                </a:lnTo>
                <a:lnTo>
                  <a:pt x="546550" y="630286"/>
                </a:lnTo>
                <a:lnTo>
                  <a:pt x="0" y="630286"/>
                </a:lnTo>
                <a:close/>
              </a:path>
            </a:pathLst>
          </a:custGeom>
          <a:gradFill rotWithShape="1">
            <a:gsLst>
              <a:gs pos="28999">
                <a:srgbClr val="024581">
                  <a:alpha val="100000"/>
                </a:srgbClr>
              </a:gs>
              <a:gs pos="56999">
                <a:srgbClr val="024581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6"/>
          <p:cNvSpPr/>
          <p:nvPr userDrawn="1"/>
        </p:nvSpPr>
        <p:spPr>
          <a:xfrm>
            <a:off x="-18415" y="-8890"/>
            <a:ext cx="2974975" cy="739775"/>
          </a:xfrm>
          <a:custGeom>
            <a:avLst/>
            <a:gdLst/>
            <a:ahLst/>
            <a:cxnLst/>
            <a:rect l="l" t="t" r="r" b="b"/>
            <a:pathLst>
              <a:path w="2974975" h="739775">
                <a:moveTo>
                  <a:pt x="0" y="0"/>
                </a:moveTo>
                <a:lnTo>
                  <a:pt x="2974975" y="0"/>
                </a:lnTo>
                <a:lnTo>
                  <a:pt x="2852475" y="121704"/>
                </a:lnTo>
                <a:lnTo>
                  <a:pt x="794817" y="121704"/>
                </a:lnTo>
                <a:lnTo>
                  <a:pt x="225863" y="739775"/>
                </a:lnTo>
                <a:lnTo>
                  <a:pt x="0" y="739775"/>
                </a:lnTo>
                <a:close/>
              </a:path>
            </a:pathLst>
          </a:custGeom>
          <a:solidFill>
            <a:srgbClr val="035C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Freeform 8"/>
          <p:cNvSpPr/>
          <p:nvPr userDrawn="1"/>
        </p:nvSpPr>
        <p:spPr>
          <a:xfrm>
            <a:off x="0" y="-38100"/>
            <a:ext cx="606425" cy="252412"/>
          </a:xfrm>
          <a:custGeom>
            <a:avLst/>
            <a:gdLst/>
            <a:ahLst/>
            <a:cxnLst/>
            <a:rect l="l" t="t" r="r" b="b"/>
            <a:pathLst>
              <a:path w="606425" h="252412">
                <a:moveTo>
                  <a:pt x="0" y="0"/>
                </a:moveTo>
                <a:lnTo>
                  <a:pt x="606425" y="0"/>
                </a:lnTo>
                <a:lnTo>
                  <a:pt x="352259" y="252412"/>
                </a:lnTo>
                <a:lnTo>
                  <a:pt x="0" y="252412"/>
                </a:lnTo>
                <a:close/>
              </a:path>
            </a:pathLst>
          </a:custGeom>
          <a:gradFill rotWithShape="0">
            <a:gsLst>
              <a:gs pos="0">
                <a:srgbClr val="FFFFFF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12"/>
          <p:cNvSpPr/>
          <p:nvPr userDrawn="1"/>
        </p:nvSpPr>
        <p:spPr>
          <a:xfrm>
            <a:off x="116205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13"/>
          <p:cNvSpPr/>
          <p:nvPr userDrawn="1"/>
        </p:nvSpPr>
        <p:spPr>
          <a:xfrm>
            <a:off x="114554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035C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6" name="Picture 16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>
          <a:xfrm>
            <a:off x="9372600" y="406400"/>
            <a:ext cx="25908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  <p:sp>
        <p:nvSpPr>
          <p:cNvPr id="47" name="AutoShape 14"/>
          <p:cNvSpPr/>
          <p:nvPr userDrawn="1"/>
        </p:nvSpPr>
        <p:spPr>
          <a:xfrm>
            <a:off x="11785600" y="774700"/>
            <a:ext cx="165100" cy="101600"/>
          </a:xfrm>
          <a:prstGeom prst="parallelogram">
            <a:avLst>
              <a:gd name="adj" fmla="val 2500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Zhansh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hanshi">
      <a:maj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WPS 演示</Application>
  <PresentationFormat>On-screen Show (16:9)</PresentationFormat>
  <Paragraphs>17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Noto Sans SC</vt:lpstr>
      <vt:lpstr>华文宋体</vt:lpstr>
      <vt:lpstr>方正仿宋_GBK</vt:lpstr>
      <vt:lpstr>方正大标宋_GBK</vt:lpstr>
      <vt:lpstr>方正姚体_GBK</vt:lpstr>
      <vt:lpstr>霞鹜文楷等宽</vt:lpstr>
      <vt:lpstr>方正小标宋简体</vt:lpstr>
      <vt:lpstr>方正小标宋_GBK</vt:lpstr>
      <vt:lpstr>Office Theme</vt:lpstr>
      <vt:lpstr>Presentation Title</vt:lpstr>
      <vt:lpstr>Slide Title</vt:lpstr>
      <vt:lpstr>Section header</vt:lpstr>
      <vt:lpstr>Slide Title for Two-Content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XY</cp:lastModifiedBy>
  <cp:revision>7</cp:revision>
  <dcterms:created xsi:type="dcterms:W3CDTF">2026-08-06T09:18:14Z</dcterms:created>
  <dcterms:modified xsi:type="dcterms:W3CDTF">2026-08-06T09:18:14Z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8B30885488DCFB10EF50746A63E79534_42</vt:lpwstr>
  </property>
  <property fmtid="{D5CDD505-2E9C-101B-9397-08002B2CF9AE}" pid="3" name="KSOProductBuildVer">
    <vt:lpwstr>2052-12.1.2.25882</vt:lpwstr>
  </property>
</Properties>
</file>